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menjawab rumusan masalah tersebut, penelitian ini mengadopsi standar metodologi CRISP-DM dengan arsitektur Hybrid. Data teks pendaftar pertama-tama diubah menjadi angka 768 dimensi oleh IndoBERT, lalu direduksi menggunakan PCA, dan diklasterisasi secara probabilistik menggunakan Gaussian Mixture Model. Hasil matematis dari GMM ini kemudian diproses oleh LLM OpenRouter untuk menghasilkan persona bahasa manusia.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Metodologi Penelitian (CRISP-DM &amp; Pipeline)</a:t>
            </a:r>
          </a:p>
        </p:txBody>
      </p:sp>
      <p:sp>
        <p:nvSpPr>
          <p:cNvPr id="3" name="Content Placeholder 2"/>
          <p:cNvSpPr>
            <a:spLocks noGrp="1"/>
          </p:cNvSpPr>
          <p:nvPr>
            <p:ph idx="1"/>
          </p:nvPr>
        </p:nvSpPr>
        <p:spPr/>
        <p:txBody>
          <a:bodyPr/>
          <a:lstStyle/>
          <a:p>
            <a:pPr>
              <a:defRPr sz="2000"/>
            </a:pPr>
            <a:r>
              <a:t>Pendekatan Standar: Mengadopsi kerangka kerja Cross-Industry Standard Process for Data Mining (CRISP-DM).</a:t>
            </a:r>
          </a:p>
          <a:p>
            <a:pPr>
              <a:defRPr sz="2000"/>
            </a:pPr>
            <a:r>
              <a:t>Arsitektur Hybrid Cognitive Pipeline:</a:t>
            </a:r>
          </a:p>
          <a:p>
            <a:pPr lvl="1">
              <a:defRPr sz="1800"/>
            </a:pPr>
            <a:r>
              <a:t>1. Pre-processing &amp; Embedding: Mengubah data teks (Nama, Sekolah, Alamat) menjadi vektor 768D (IndoBERT).</a:t>
            </a:r>
          </a:p>
          <a:p>
            <a:pPr lvl="1">
              <a:defRPr sz="1800"/>
            </a:pPr>
            <a:r>
              <a:t>2. Reduksi Dimensi: Menggunakan PCA untuk mengoptimasi dimensi vektor.</a:t>
            </a:r>
          </a:p>
          <a:p>
            <a:pPr lvl="1">
              <a:defRPr sz="1800"/>
            </a:pPr>
            <a:r>
              <a:t>3. Klasterisasi Probabilistik: Gaussian Mixture Model (GMM) untuk menghitung probabilitas posterior tiap mahasiswa.</a:t>
            </a:r>
          </a:p>
          <a:p>
            <a:pPr lvl="1">
              <a:defRPr sz="1800"/>
            </a:pPr>
            <a:r>
              <a:t>4. Generasi Persona: LLM skala besar (Llama 3.3 via OpenRouter) mengekstrak narasi manajerial dari centroid GMM.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